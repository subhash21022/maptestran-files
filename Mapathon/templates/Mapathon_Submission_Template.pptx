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"/>
  </p:notesMasterIdLst>
  <p:handoutMasterIdLst>
    <p:handoutMasterId r:id="rId4"/>
  </p:handoutMasterIdLst>
  <p:sldIdLst>
    <p:sldId id="265" r:id="rId2"/>
  </p:sldIdLst>
  <p:sldSz cx="30275213" cy="21383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35">
          <p15:clr>
            <a:srgbClr val="A4A3A4"/>
          </p15:clr>
        </p15:guide>
        <p15:guide id="2" pos="953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383A"/>
    <a:srgbClr val="19B389"/>
    <a:srgbClr val="F8AC2B"/>
    <a:srgbClr val="FFE8CB"/>
    <a:srgbClr val="FFC000"/>
    <a:srgbClr val="149070"/>
    <a:srgbClr val="9DAEB1"/>
    <a:srgbClr val="D0D8DA"/>
    <a:srgbClr val="F87306"/>
    <a:srgbClr val="C17A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" autoAdjust="0"/>
    <p:restoredTop sz="93968" autoAdjust="0"/>
  </p:normalViewPr>
  <p:slideViewPr>
    <p:cSldViewPr snapToGrid="0">
      <p:cViewPr varScale="1">
        <p:scale>
          <a:sx n="32" d="100"/>
          <a:sy n="32" d="100"/>
        </p:scale>
        <p:origin x="1000" y="216"/>
      </p:cViewPr>
      <p:guideLst>
        <p:guide orient="horz" pos="6735"/>
        <p:guide pos="9535"/>
      </p:guideLst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3" d="100"/>
          <a:sy n="53" d="100"/>
        </p:scale>
        <p:origin x="284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10A15A-9541-468E-A20E-AFF77791EB28}" type="datetimeFigureOut">
              <a:rPr lang="en-US" smtClean="0"/>
              <a:t>8/19/26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825EC9-0C19-41C0-943E-DC751C4BF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574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60A342-5AC7-4AF2-99D4-82F1557450C4}" type="datetimeFigureOut">
              <a:rPr lang="en-IN" smtClean="0"/>
              <a:t>19/08/26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4600" y="1143000"/>
            <a:ext cx="4368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517651-1DF6-4323-83A0-F6BCCF9932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173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517651-1DF6-4323-83A0-F6BCCF99328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87067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0431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FDDE548-203B-4431-8189-679A1F7025B1}"/>
              </a:ext>
            </a:extLst>
          </p:cNvPr>
          <p:cNvSpPr/>
          <p:nvPr userDrawn="1"/>
        </p:nvSpPr>
        <p:spPr>
          <a:xfrm>
            <a:off x="-646614" y="210224"/>
            <a:ext cx="4537278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90600" indent="0" algn="l"/>
            <a:r>
              <a:rPr lang="en-IN" sz="5500" b="1" dirty="0">
                <a:solidFill>
                  <a:schemeClr val="bg1"/>
                </a:solidFill>
                <a:latin typeface="+mn-lt"/>
              </a:rPr>
              <a:t>ANALYSIS</a:t>
            </a:r>
          </a:p>
        </p:txBody>
      </p:sp>
      <p:sp>
        <p:nvSpPr>
          <p:cNvPr id="3" name="Rectangle 2"/>
          <p:cNvSpPr/>
          <p:nvPr userDrawn="1"/>
        </p:nvSpPr>
        <p:spPr>
          <a:xfrm>
            <a:off x="290944" y="210224"/>
            <a:ext cx="29634873" cy="20859075"/>
          </a:xfrm>
          <a:prstGeom prst="rect">
            <a:avLst/>
          </a:prstGeom>
          <a:noFill/>
          <a:ln w="28575">
            <a:solidFill>
              <a:srgbClr val="2E38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21072764" y="210224"/>
            <a:ext cx="0" cy="208590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290944" y="1568043"/>
            <a:ext cx="2963487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 userDrawn="1"/>
        </p:nvCxnSpPr>
        <p:spPr>
          <a:xfrm>
            <a:off x="21072764" y="20361379"/>
            <a:ext cx="885305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 userDrawn="1"/>
        </p:nvCxnSpPr>
        <p:spPr>
          <a:xfrm>
            <a:off x="21072764" y="19642921"/>
            <a:ext cx="885305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 userDrawn="1"/>
        </p:nvCxnSpPr>
        <p:spPr>
          <a:xfrm>
            <a:off x="23887793" y="18876943"/>
            <a:ext cx="60380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 userDrawn="1"/>
        </p:nvCxnSpPr>
        <p:spPr>
          <a:xfrm>
            <a:off x="23887793" y="18114943"/>
            <a:ext cx="60380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 userDrawn="1"/>
        </p:nvCxnSpPr>
        <p:spPr>
          <a:xfrm>
            <a:off x="21072764" y="17323914"/>
            <a:ext cx="885305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 userDrawn="1"/>
        </p:nvCxnSpPr>
        <p:spPr>
          <a:xfrm>
            <a:off x="23887793" y="17323914"/>
            <a:ext cx="0" cy="23190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3541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txStyles>
    <p:titleStyle>
      <a:lvl1pPr algn="l" defTabSz="2851191" rtl="0" eaLnBrk="1" latinLnBrk="0" hangingPunct="1">
        <a:lnSpc>
          <a:spcPct val="90000"/>
        </a:lnSpc>
        <a:spcBef>
          <a:spcPct val="0"/>
        </a:spcBef>
        <a:buNone/>
        <a:defRPr sz="137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12798" indent="-712798" algn="l" defTabSz="2851191" rtl="0" eaLnBrk="1" latinLnBrk="0" hangingPunct="1">
        <a:lnSpc>
          <a:spcPct val="90000"/>
        </a:lnSpc>
        <a:spcBef>
          <a:spcPts val="3118"/>
        </a:spcBef>
        <a:buFont typeface="Arial" panose="020B0604020202020204" pitchFamily="34" charset="0"/>
        <a:buChar char="•"/>
        <a:defRPr sz="8731" kern="1200">
          <a:solidFill>
            <a:schemeClr val="tx1"/>
          </a:solidFill>
          <a:latin typeface="+mn-lt"/>
          <a:ea typeface="+mn-ea"/>
          <a:cs typeface="+mn-cs"/>
        </a:defRPr>
      </a:lvl1pPr>
      <a:lvl2pPr marL="2138393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7483" kern="1200">
          <a:solidFill>
            <a:schemeClr val="tx1"/>
          </a:solidFill>
          <a:latin typeface="+mn-lt"/>
          <a:ea typeface="+mn-ea"/>
          <a:cs typeface="+mn-cs"/>
        </a:defRPr>
      </a:lvl2pPr>
      <a:lvl3pPr marL="3563988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6236" kern="1200">
          <a:solidFill>
            <a:schemeClr val="tx1"/>
          </a:solidFill>
          <a:latin typeface="+mn-lt"/>
          <a:ea typeface="+mn-ea"/>
          <a:cs typeface="+mn-cs"/>
        </a:defRPr>
      </a:lvl3pPr>
      <a:lvl4pPr marL="4989584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4pPr>
      <a:lvl5pPr marL="6415179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5pPr>
      <a:lvl6pPr marL="7840774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6pPr>
      <a:lvl7pPr marL="9266370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7pPr>
      <a:lvl8pPr marL="10691965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8pPr>
      <a:lvl9pPr marL="12117560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1pPr>
      <a:lvl2pPr marL="1425595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2pPr>
      <a:lvl3pPr marL="2851191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3pPr>
      <a:lvl4pPr marL="4276786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4pPr>
      <a:lvl5pPr marL="5702381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5pPr>
      <a:lvl6pPr marL="7127977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6pPr>
      <a:lvl7pPr marL="8553572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7pPr>
      <a:lvl8pPr marL="9979167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8pPr>
      <a:lvl9pPr marL="11404763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983950" y="17438216"/>
            <a:ext cx="510921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Garamond" panose="02020404030301010803" pitchFamily="18" charset="0"/>
              </a:rPr>
              <a:t>Team Name: </a:t>
            </a:r>
            <a:r>
              <a:rPr lang="en-US" sz="3000" dirty="0">
                <a:latin typeface="Garamond" panose="02020404030301010803" pitchFamily="18" charset="0"/>
              </a:rPr>
              <a:t>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964900" y="18203180"/>
            <a:ext cx="497860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Garamond" panose="02020404030301010803" pitchFamily="18" charset="0"/>
              </a:rPr>
              <a:t>Topic: </a:t>
            </a:r>
            <a:r>
              <a:rPr lang="en-US" sz="3000" dirty="0">
                <a:latin typeface="Garamond" panose="02020404030301010803" pitchFamily="18" charset="0"/>
              </a:rPr>
              <a:t>Transport Network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339792" y="13712649"/>
            <a:ext cx="8498993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Garamond" panose="02020404030301010803" pitchFamily="18" charset="0"/>
              </a:rPr>
              <a:t>Team lead &amp; team members (with Roll/Emp. No.)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1" dirty="0">
                <a:latin typeface="Garamond" panose="02020404030301010803" pitchFamily="18" charset="0"/>
              </a:rPr>
              <a:t>Team Lead: __________________________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1" dirty="0">
                <a:latin typeface="Garamond" panose="02020404030301010803" pitchFamily="18" charset="0"/>
              </a:rPr>
              <a:t>Team Member 01:_____________________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1" dirty="0">
                <a:latin typeface="Garamond" panose="02020404030301010803" pitchFamily="18" charset="0"/>
              </a:rPr>
              <a:t>Team Member 02: _____________________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1" dirty="0">
                <a:latin typeface="Garamond" panose="02020404030301010803" pitchFamily="18" charset="0"/>
              </a:rPr>
              <a:t>Team Member 03: _____________________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1" dirty="0">
                <a:latin typeface="Garamond" panose="02020404030301010803" pitchFamily="18" charset="0"/>
              </a:rPr>
              <a:t>Team Member 04: _____________________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1" dirty="0">
                <a:latin typeface="Garamond" panose="02020404030301010803" pitchFamily="18" charset="0"/>
              </a:rPr>
              <a:t>Mentor: _____________________________</a:t>
            </a:r>
            <a:endParaRPr lang="en-US" sz="3000" dirty="0">
              <a:latin typeface="Garamond" panose="02020404030301010803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177118" y="19709111"/>
            <a:ext cx="876534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Garamond" panose="02020404030301010803" pitchFamily="18" charset="0"/>
              </a:rPr>
              <a:t>Organization: _University/College/</a:t>
            </a:r>
            <a:r>
              <a:rPr lang="en-US" sz="3000" b="1" dirty="0" err="1">
                <a:latin typeface="Garamond" panose="02020404030301010803" pitchFamily="18" charset="0"/>
              </a:rPr>
              <a:t>Deptt</a:t>
            </a:r>
            <a:r>
              <a:rPr lang="en-US" sz="3000" b="1" dirty="0">
                <a:latin typeface="Garamond" panose="02020404030301010803" pitchFamily="18" charset="0"/>
              </a:rPr>
              <a:t> name___</a:t>
            </a:r>
            <a:endParaRPr lang="en-US" sz="3000" dirty="0">
              <a:latin typeface="Garamond" panose="02020404030301010803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1139017" y="20438350"/>
            <a:ext cx="282160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Garamond" panose="02020404030301010803" pitchFamily="18" charset="0"/>
              </a:rPr>
              <a:t>District &amp; State:</a:t>
            </a:r>
            <a:endParaRPr lang="en-US" sz="3000" dirty="0">
              <a:latin typeface="Garamond" panose="020204040303010108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73250" y="2046433"/>
            <a:ext cx="2080386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200" b="1" dirty="0">
                <a:latin typeface="Garamond" panose="02020404030301010803" pitchFamily="18" charset="0"/>
              </a:rPr>
              <a:t>Title: </a:t>
            </a:r>
            <a:r>
              <a:rPr lang="en-US" sz="5200" b="1" dirty="0">
                <a:highlight>
                  <a:srgbClr val="FFFF00"/>
                </a:highlight>
                <a:latin typeface="Garamond" panose="02020404030301010803" pitchFamily="18" charset="0"/>
              </a:rPr>
              <a:t>/*Please enter your problem statement here*/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339792" y="462033"/>
            <a:ext cx="869423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200" b="1" dirty="0">
                <a:latin typeface="Garamond" panose="02020404030301010803" pitchFamily="18" charset="0"/>
              </a:rPr>
              <a:t>Map description and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415992" y="2046433"/>
            <a:ext cx="8166722" cy="11249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900" b="1" dirty="0">
                <a:latin typeface="Garamond" panose="02020404030301010803" pitchFamily="18" charset="0"/>
              </a:rPr>
              <a:t>Introduction:</a:t>
            </a:r>
          </a:p>
          <a:p>
            <a:pPr algn="just"/>
            <a:r>
              <a:rPr lang="en-US" sz="2900" dirty="0">
                <a:latin typeface="Garamond" panose="02020404030301010803" pitchFamily="18" charset="0"/>
              </a:rPr>
              <a:t>____________________________________________________________________________________</a:t>
            </a:r>
          </a:p>
          <a:p>
            <a:pPr algn="just"/>
            <a:endParaRPr lang="en-US" sz="2900" dirty="0">
              <a:latin typeface="Garamond" panose="02020404030301010803" pitchFamily="18" charset="0"/>
            </a:endParaRPr>
          </a:p>
          <a:p>
            <a:pPr algn="just"/>
            <a:r>
              <a:rPr lang="en-US" sz="2900" b="1" dirty="0">
                <a:latin typeface="Garamond" panose="02020404030301010803" pitchFamily="18" charset="0"/>
              </a:rPr>
              <a:t>Problem Statement:</a:t>
            </a:r>
          </a:p>
          <a:p>
            <a:pPr algn="just"/>
            <a:r>
              <a:rPr lang="en-US" sz="2900" dirty="0">
                <a:latin typeface="Garamond" panose="02020404030301010803" pitchFamily="18" charset="0"/>
              </a:rPr>
              <a:t>____________________________</a:t>
            </a:r>
          </a:p>
          <a:p>
            <a:pPr algn="just"/>
            <a:endParaRPr lang="en-US" sz="2900" dirty="0">
              <a:latin typeface="Garamond" panose="02020404030301010803" pitchFamily="18" charset="0"/>
            </a:endParaRPr>
          </a:p>
          <a:p>
            <a:pPr algn="just"/>
            <a:r>
              <a:rPr lang="en-US" sz="2900" b="1" dirty="0">
                <a:latin typeface="Garamond" panose="02020404030301010803" pitchFamily="18" charset="0"/>
              </a:rPr>
              <a:t>Theme</a:t>
            </a:r>
          </a:p>
          <a:p>
            <a:pPr algn="just"/>
            <a:r>
              <a:rPr lang="en-US" sz="2900" b="1" dirty="0">
                <a:latin typeface="Garamond" panose="02020404030301010803" pitchFamily="18" charset="0"/>
              </a:rPr>
              <a:t>____________</a:t>
            </a:r>
          </a:p>
          <a:p>
            <a:pPr algn="just"/>
            <a:endParaRPr lang="en-US" sz="2900" b="1" dirty="0">
              <a:latin typeface="Garamond" panose="02020404030301010803" pitchFamily="18" charset="0"/>
            </a:endParaRPr>
          </a:p>
          <a:p>
            <a:pPr algn="just"/>
            <a:r>
              <a:rPr lang="en-US" sz="2900" b="1" dirty="0">
                <a:latin typeface="Garamond" panose="02020404030301010803" pitchFamily="18" charset="0"/>
              </a:rPr>
              <a:t>Study Area: _____________________</a:t>
            </a:r>
          </a:p>
          <a:p>
            <a:pPr algn="just"/>
            <a:endParaRPr lang="en-US" sz="2900" b="1" dirty="0">
              <a:latin typeface="Garamond" panose="02020404030301010803" pitchFamily="18" charset="0"/>
            </a:endParaRPr>
          </a:p>
          <a:p>
            <a:pPr algn="just"/>
            <a:r>
              <a:rPr lang="en-US" sz="2900" b="1" dirty="0">
                <a:latin typeface="Garamond" panose="02020404030301010803" pitchFamily="18" charset="0"/>
              </a:rPr>
              <a:t>Data Source: </a:t>
            </a:r>
          </a:p>
          <a:p>
            <a:pPr algn="just"/>
            <a:r>
              <a:rPr lang="en-US" sz="2900" b="1" dirty="0">
                <a:latin typeface="Garamond" panose="02020404030301010803" pitchFamily="18" charset="0"/>
              </a:rPr>
              <a:t>____________________________________________________________________________________</a:t>
            </a:r>
          </a:p>
          <a:p>
            <a:pPr algn="just"/>
            <a:endParaRPr lang="en-US" sz="2900" b="1" dirty="0">
              <a:latin typeface="Garamond" panose="02020404030301010803" pitchFamily="18" charset="0"/>
            </a:endParaRPr>
          </a:p>
          <a:p>
            <a:pPr algn="just"/>
            <a:r>
              <a:rPr lang="en-US" sz="2900" b="1" dirty="0">
                <a:latin typeface="Garamond" panose="02020404030301010803" pitchFamily="18" charset="0"/>
              </a:rPr>
              <a:t>Methodology: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900" dirty="0">
                <a:latin typeface="Garamond" panose="02020404030301010803" pitchFamily="18" charset="0"/>
              </a:rPr>
              <a:t>______________________________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900" dirty="0">
                <a:latin typeface="Garamond" panose="02020404030301010803" pitchFamily="18" charset="0"/>
              </a:rPr>
              <a:t>______________________________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900" dirty="0">
                <a:latin typeface="Garamond" panose="02020404030301010803" pitchFamily="18" charset="0"/>
              </a:rPr>
              <a:t>______________________________</a:t>
            </a:r>
          </a:p>
          <a:p>
            <a:pPr algn="just"/>
            <a:endParaRPr lang="en-US" sz="2900" dirty="0">
              <a:latin typeface="Garamond" panose="02020404030301010803" pitchFamily="18" charset="0"/>
            </a:endParaRPr>
          </a:p>
          <a:p>
            <a:pPr algn="just"/>
            <a:r>
              <a:rPr lang="en-US" sz="2900" b="1" dirty="0">
                <a:latin typeface="Garamond" panose="02020404030301010803" pitchFamily="18" charset="0"/>
              </a:rPr>
              <a:t>Description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900" dirty="0">
                <a:latin typeface="Garamond" panose="02020404030301010803" pitchFamily="18" charset="0"/>
              </a:rPr>
              <a:t>_______________________________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900" dirty="0">
                <a:latin typeface="Garamond" panose="02020404030301010803" pitchFamily="18" charset="0"/>
              </a:rPr>
              <a:t>_______________________________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900" dirty="0">
                <a:latin typeface="Garamond" panose="02020404030301010803" pitchFamily="18" charset="0"/>
              </a:rPr>
              <a:t>_______________________________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9827" y="20090595"/>
            <a:ext cx="42883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i="1" dirty="0">
                <a:latin typeface="Garamond" panose="02020404030301010803" pitchFamily="18" charset="0"/>
              </a:rPr>
              <a:t>/* Map Title */</a:t>
            </a:r>
            <a:endParaRPr lang="en-US" sz="4800" i="1" dirty="0">
              <a:latin typeface="Garamond" panose="02020404030301010803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7C5738-6D79-C763-E141-019BA9F73B12}"/>
              </a:ext>
            </a:extLst>
          </p:cNvPr>
          <p:cNvSpPr txBox="1"/>
          <p:nvPr/>
        </p:nvSpPr>
        <p:spPr>
          <a:xfrm>
            <a:off x="21494015" y="17968689"/>
            <a:ext cx="198400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Institute</a:t>
            </a:r>
          </a:p>
          <a:p>
            <a:r>
              <a:rPr lang="en-US" sz="4000" b="1" dirty="0"/>
              <a:t>LOGO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E81805-D094-A3C5-2302-90E19E8ECBBC}"/>
              </a:ext>
            </a:extLst>
          </p:cNvPr>
          <p:cNvSpPr txBox="1"/>
          <p:nvPr/>
        </p:nvSpPr>
        <p:spPr>
          <a:xfrm>
            <a:off x="7112341" y="9368373"/>
            <a:ext cx="934332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/>
              <a:t>Your MAP comes here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210501-7068-71AE-B4F1-D3563C5CC630}"/>
              </a:ext>
            </a:extLst>
          </p:cNvPr>
          <p:cNvSpPr txBox="1"/>
          <p:nvPr/>
        </p:nvSpPr>
        <p:spPr>
          <a:xfrm>
            <a:off x="373250" y="444251"/>
            <a:ext cx="2080386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200" b="1" dirty="0">
                <a:highlight>
                  <a:srgbClr val="FFFF00"/>
                </a:highlight>
                <a:latin typeface="Garamond" panose="02020404030301010803" pitchFamily="18" charset="0"/>
              </a:rPr>
              <a:t>IIT Bombay FOSSEE Geospatial Mapathon 2026 </a:t>
            </a:r>
            <a:r>
              <a:rPr lang="en-US" sz="5200" b="1">
                <a:highlight>
                  <a:srgbClr val="FFFF00"/>
                </a:highlight>
                <a:latin typeface="Garamond" panose="02020404030301010803" pitchFamily="18" charset="0"/>
              </a:rPr>
              <a:t>(Edition VI)</a:t>
            </a:r>
            <a:endParaRPr lang="en-US" sz="5200" b="1" dirty="0">
              <a:highlight>
                <a:srgbClr val="FFFF00"/>
              </a:highlight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1706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8762</TotalTime>
  <Words>123</Words>
  <Application>Microsoft Macintosh PowerPoint</Application>
  <PresentationFormat>Custom</PresentationFormat>
  <Paragraphs>42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Garamond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Samruddhi Nilawar</dc:creator>
  <cp:lastModifiedBy>Microsoft Office User</cp:lastModifiedBy>
  <cp:revision>274</cp:revision>
  <dcterms:created xsi:type="dcterms:W3CDTF">2018-07-24T14:34:33Z</dcterms:created>
  <dcterms:modified xsi:type="dcterms:W3CDTF">2026-08-19T18:08:48Z</dcterms:modified>
</cp:coreProperties>
</file>